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70" r:id="rId10"/>
    <p:sldId id="271" r:id="rId11"/>
    <p:sldId id="273" r:id="rId12"/>
    <p:sldId id="274" r:id="rId13"/>
    <p:sldId id="275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96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 Power System Design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(PVL 207)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2748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763000" cy="362330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creenshot_20180119-053119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90600"/>
            <a:ext cx="8534400" cy="51053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3303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14401"/>
            <a:ext cx="8686800" cy="3962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3412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371600"/>
            <a:ext cx="8915400" cy="366157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3645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09600" y="1066801"/>
            <a:ext cx="8229600" cy="485271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3737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524000"/>
            <a:ext cx="8686800" cy="371761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5317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295400"/>
            <a:ext cx="8686800" cy="4419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55825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14400"/>
            <a:ext cx="8610600" cy="4724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60203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371600"/>
            <a:ext cx="8839200" cy="377393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65046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610600" cy="3810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65124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524000"/>
            <a:ext cx="8382000" cy="345527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65358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371600"/>
            <a:ext cx="8991600" cy="3886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65630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143000"/>
            <a:ext cx="8763000" cy="4495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creenshot_20180119-065904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524000"/>
            <a:ext cx="8458200" cy="350207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0758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524001"/>
            <a:ext cx="8686800" cy="339003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0936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447801"/>
            <a:ext cx="8458200" cy="359868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1205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447800"/>
            <a:ext cx="8382000" cy="352746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1423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524000"/>
            <a:ext cx="8305800" cy="344424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1756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447800"/>
            <a:ext cx="8382000" cy="352335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1947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752601"/>
            <a:ext cx="8458200" cy="323154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2223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1"/>
            <a:ext cx="8382000" cy="378307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3401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09600" y="1600200"/>
            <a:ext cx="8077200" cy="3886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4133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8458200" cy="3673181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4250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447800"/>
            <a:ext cx="8382000" cy="35580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4500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219200"/>
            <a:ext cx="7929105" cy="457174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4613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382000" cy="346351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75025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905000"/>
            <a:ext cx="8305800" cy="310687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81446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752600"/>
            <a:ext cx="8458200" cy="32672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119-081616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8382000" cy="344556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Video lecture of Prof.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Indranil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Sen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Gupta, IIT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Kharagpur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234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9595</TotalTime>
  <Words>17</Words>
  <Application>Microsoft Office PowerPoint</Application>
  <PresentationFormat>On-screen Show (4:3)</PresentationFormat>
  <Paragraphs>3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Equity</vt:lpstr>
      <vt:lpstr>Low Power System Design (PVL 207)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Power System Design (PVL 207)</dc:title>
  <dc:creator>Shireesh</dc:creator>
  <cp:lastModifiedBy>Lenovo</cp:lastModifiedBy>
  <cp:revision>17</cp:revision>
  <dcterms:created xsi:type="dcterms:W3CDTF">2006-08-16T00:00:00Z</dcterms:created>
  <dcterms:modified xsi:type="dcterms:W3CDTF">2023-01-24T09:16:11Z</dcterms:modified>
</cp:coreProperties>
</file>