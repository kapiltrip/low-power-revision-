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2" r:id="rId2"/>
    <p:sldId id="286" r:id="rId3"/>
    <p:sldId id="287" r:id="rId4"/>
    <p:sldId id="288" r:id="rId5"/>
    <p:sldId id="290" r:id="rId6"/>
    <p:sldId id="291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2" r:id="rId15"/>
    <p:sldId id="301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2" autoAdjust="0"/>
    <p:restoredTop sz="94660"/>
  </p:normalViewPr>
  <p:slideViewPr>
    <p:cSldViewPr>
      <p:cViewPr>
        <p:scale>
          <a:sx n="75" d="100"/>
          <a:sy n="75" d="100"/>
        </p:scale>
        <p:origin x="-1685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A65DF-5E19-4498-A698-44B9C2CD9976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422F7-F145-40CB-A82B-0D7EF902AE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5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422F7-F145-40CB-A82B-0D7EF902AE4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2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Power System Design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(PVL 207)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Supply Voltage Scaling Approaches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371600"/>
            <a:ext cx="7772400" cy="4724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Static Voltage Scaling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Multi-level Voltage Scaling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Dynamic Voltage and Frequency Scaling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Adaptive Voltage Scaling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Important Observations: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8458200" cy="54864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workload of a CPU is a time varying function, which heavily depends on the application.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energy drawn from the power supply is the integration of the power over time.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CMOS circuits can operate over a voltage range with reasonable reliability.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a region of operation where frequency increases monotonically over voltage.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Dynamic frequency scaling (DFS)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066800"/>
            <a:ext cx="473210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5715000"/>
            <a:ext cx="924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Energy drawn from the power supply can be reduced dynamically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adjusting the clock speed that meets the workload conditions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81800" y="33528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 = C.Vdd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.f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DFS Vs DVFS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066800"/>
            <a:ext cx="8153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59436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Four different cases  with two different workloads and with voltage and frequency scaling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model of the DVFS System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219200"/>
            <a:ext cx="74390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8600" y="5715000"/>
            <a:ext cx="8787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Workload for the next observation interval can be predicted by the OS kernel based on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workload statistics  of the previous N intervals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 requirements in DVFS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14400"/>
            <a:ext cx="8382000" cy="5105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Hardware/Software requirements for DVFS implementation: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Variable voltage processor </a:t>
            </a:r>
            <a:r>
              <a:rPr lang="pt-BR" i="1" dirty="0" smtClean="0">
                <a:latin typeface="Times New Roman" pitchFamily="18" charset="0"/>
                <a:cs typeface="Times New Roman" pitchFamily="18" charset="0"/>
              </a:rPr>
              <a:t>μ( r)</a:t>
            </a:r>
          </a:p>
          <a:p>
            <a:endParaRPr lang="pt-BR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voltage generator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V( r)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frequency generator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f( r)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Workload predictor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voltage processor u(r)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Strong ARM 1100 allows voltage scaling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0"/>
            <a:ext cx="8610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66800" y="2286000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Relationship between voltage, frequency and power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590800"/>
            <a:ext cx="4843462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381000"/>
            <a:ext cx="861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Transmeta’s crusoe processor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allows the following adjustments: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Frequency change in steps of 33 MHz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Voltage change in steps of 25mV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Up to 200 Frequency/Voltage changes per second.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voltage generator V(r)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676400"/>
            <a:ext cx="6705599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578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DC to DC converter receives a fixed voltage V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generates a variable voltage V(r) based on the input reference voltage from the workload monitoring system.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DC to DC Converter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38200"/>
            <a:ext cx="8839200" cy="1600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It is possible to realize DC-to-DC converters having high efficiency, say 90% and above.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However, the efficiency drops off as the load decreases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209800"/>
            <a:ext cx="4267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48000" y="55626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Efficiency Versus Load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Frequency Generator f(r)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00200" y="914400"/>
          <a:ext cx="632777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Document" r:id="rId3" imgW="6328340" imgH="1209302" progId="Word.Document.12">
                  <p:embed/>
                </p:oleObj>
              </mc:Choice>
              <mc:Fallback>
                <p:oleObj name="Document" r:id="rId3" imgW="6328340" imgH="1209302" progId="Word.Document.12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914400"/>
                        <a:ext cx="6327775" cy="120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2590800"/>
            <a:ext cx="860056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heart of the device is the high performance PLL core, consisting of a Phase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Frequency Detector (PFD), Programmable on chip filter, and VCO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PLL generates a high speed clock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output of the PLL drives a frequency divider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divider generates the variable frequency f (r)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PLL and the divider together generates the independent frequencies related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the PLL operating frequency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9144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Workload Prediction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38200"/>
            <a:ext cx="8382000" cy="2514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adaptive approach for workload prediction by filtering the trace history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Workload for the next observation interval can be predicted based on the workload statistics of the previous N intervals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Nth order Markov process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81000" y="2743200"/>
          <a:ext cx="78486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Document" r:id="rId4" imgW="5956042" imgH="945847" progId="Word.Document.12">
                  <p:embed/>
                </p:oleObj>
              </mc:Choice>
              <mc:Fallback>
                <p:oleObj name="Document" r:id="rId4" imgW="5956042" imgH="94584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743200"/>
                        <a:ext cx="7848600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3962400"/>
            <a:ext cx="8305800" cy="324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hn  [K] represents an N-tap , adaptable FIR filter.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Moving average workload (MAW):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[k]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1/N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Exponential Weighted Averaging (EWA)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[k] = a</a:t>
            </a:r>
            <a:r>
              <a:rPr lang="en-US" sz="2600" baseline="30000" dirty="0" smtClean="0">
                <a:latin typeface="Times New Roman" pitchFamily="18" charset="0"/>
                <a:cs typeface="Times New Roman" pitchFamily="18" charset="0"/>
              </a:rPr>
              <a:t>-k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Least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Mean Square[LMS]: 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n+1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[k] =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[k]+u We[n]. W (n-k) where We [n] = W[n]-Wp[n] , u is the step size</a:t>
            </a:r>
          </a:p>
          <a:p>
            <a:r>
              <a:rPr lang="en-US" sz="2600" b="1" dirty="0" smtClean="0"/>
              <a:t>Ref: Amit Sinha and A. Chandrakasan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382000" cy="6096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Prediction performance of Different Filters</a:t>
            </a:r>
            <a:endParaRPr lang="en-US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914400"/>
            <a:ext cx="6553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Discrete processing rate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762000"/>
            <a:ext cx="34956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17744" y="4191000"/>
            <a:ext cx="885543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 few operating points may result in ramping between two levels for workload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profiles and too many levels  may result in hunting of the power supply for a new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Supply voltage most of the time.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L = 10, which is provided by all practical processors the ESR degradation due to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quantization noise is less than 10%.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Latency Overhead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838200"/>
            <a:ext cx="8382000" cy="5715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is a latency overhead involved in processing rate update.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This is due to the finite feedback bandwidth associated with the PLL and the DC-to-DC converter.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Switching to higher processing rate: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voltage should be increased first followed by the increase in frequency and the following steps to be followed: 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the new voltage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Allow the new voltage to settle down.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the new frequency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Switching to lower processing Rate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the new frequency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Set the new voltage. The CPU continues operating at the new frequency while voltage settles to the new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819400"/>
            <a:ext cx="7772400" cy="3200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Adaptive Voltage Scaling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334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Adaptive Voltage Scaling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09600"/>
            <a:ext cx="8458200" cy="6248400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voltage scaling techniques discussed so far are open-loop in nature. Voltage - frequency pairs  are determined at design time keeping sufficient margin for guaranteed operation across the entire range of  best and worst case process, voltage and temperature (PVT) conditions.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the design needs to be very conservative for successful operation, the actual benefit obtained is lesser than actually possible.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better alternative that can overcome this limitation is the Adaptive Voltage Scaling (AVS) where a closed loop feedback system is implemented between the voltage scaling power supply and delay sensing performance monitor at execution time.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on-chip monitor not only checks the actual voltage developed, but also detects whether the silicon is slow, typical or fast and the effect of temperature on the surrounding silicon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Adaptive Voltage Scaling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8458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6172200"/>
            <a:ext cx="463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DVFM,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Masakatsu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et al, IEEE JSSC, Jan 2005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Adaptive Voltage Scaling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400"/>
            <a:ext cx="8458200" cy="56388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DVC emulates the critical path characteristic of the system by using a delay synthesizer and controls the dynamic supply voltage (0.9 to 1.6 V at 5 mV step in real time)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DFC adjusts the clock frequency at the required minimum value by monitoring the system activity (20 MHz to 120 MHz)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voltage and frequency are predicted according to performance monitoring of the system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DVFM system can track the required performance with a high level of accuracy over the full range of temperature and process deviations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Static Voltage Scaling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Device feature size scaling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Architectural Level Approaches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Parallelism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Pipelining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 – level voltage scaling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Macro level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Standard cell level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Dynamic Voltage and Frequency Scaling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Adaptive Voltage Scaling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Pal, “  Chapter 7 of Low Power VLSI Circuits and Systems”  Springer 2015.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11233</TotalTime>
  <Words>950</Words>
  <Application>Microsoft Office PowerPoint</Application>
  <PresentationFormat>On-screen Show (4:3)</PresentationFormat>
  <Paragraphs>124</Paragraphs>
  <Slides>22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Equity</vt:lpstr>
      <vt:lpstr>Document</vt:lpstr>
      <vt:lpstr>Low Power System Design (PVL 207)</vt:lpstr>
      <vt:lpstr>Supply Voltage Scaling Approaches</vt:lpstr>
      <vt:lpstr>Important Observations:</vt:lpstr>
      <vt:lpstr>Dynamic frequency scaling (DFS)</vt:lpstr>
      <vt:lpstr>DFS Vs DVFS</vt:lpstr>
      <vt:lpstr>The model of the DVFS System</vt:lpstr>
      <vt:lpstr>Implementation requirements in DVFS</vt:lpstr>
      <vt:lpstr>Variable voltage processor u(r)</vt:lpstr>
      <vt:lpstr>PowerPoint Presentation</vt:lpstr>
      <vt:lpstr>Variable voltage generator V(r)</vt:lpstr>
      <vt:lpstr>DC to DC Converter</vt:lpstr>
      <vt:lpstr>Variable Frequency Generator f(r)</vt:lpstr>
      <vt:lpstr>Workload Prediction</vt:lpstr>
      <vt:lpstr>Prediction performance of Different Filters</vt:lpstr>
      <vt:lpstr>Discrete processing rate</vt:lpstr>
      <vt:lpstr>Latency Overhead</vt:lpstr>
      <vt:lpstr>PowerPoint Presentation</vt:lpstr>
      <vt:lpstr>Adaptive Voltage Scaling</vt:lpstr>
      <vt:lpstr>Adaptive Voltage Scaling</vt:lpstr>
      <vt:lpstr>Adaptive Voltage Scaling</vt:lpstr>
      <vt:lpstr>Summary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Shireesh</dc:creator>
  <cp:lastModifiedBy>Lenovo</cp:lastModifiedBy>
  <cp:revision>176</cp:revision>
  <dcterms:created xsi:type="dcterms:W3CDTF">2006-08-16T00:00:00Z</dcterms:created>
  <dcterms:modified xsi:type="dcterms:W3CDTF">2025-02-06T03:48:05Z</dcterms:modified>
</cp:coreProperties>
</file>