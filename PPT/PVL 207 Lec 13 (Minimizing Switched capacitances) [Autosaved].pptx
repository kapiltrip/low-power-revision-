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7" r:id="rId2"/>
    <p:sldId id="259" r:id="rId3"/>
    <p:sldId id="260" r:id="rId4"/>
    <p:sldId id="287" r:id="rId5"/>
    <p:sldId id="285" r:id="rId6"/>
    <p:sldId id="288" r:id="rId7"/>
    <p:sldId id="289" r:id="rId8"/>
    <p:sldId id="290" r:id="rId9"/>
    <p:sldId id="262" r:id="rId10"/>
    <p:sldId id="263" r:id="rId11"/>
    <p:sldId id="264" r:id="rId12"/>
    <p:sldId id="291" r:id="rId13"/>
    <p:sldId id="29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9" d="100"/>
          <a:sy n="79" d="100"/>
        </p:scale>
        <p:origin x="90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E0EFF-8454-4AD6-A9E5-3086E9DAAC6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DA8D0-331C-40A3-BBDA-4646DCFFC4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8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Power System Design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(PVL 207)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Minimizing switched capacitance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400"/>
            <a:ext cx="8458200" cy="5638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Switched capacitance minimization techniques: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Hardware software trade-off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Bus encoding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gating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FSM</a:t>
            </a:r>
          </a:p>
          <a:p>
            <a:pPr marL="574675" indent="-2730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Gated FSM</a:t>
            </a:r>
          </a:p>
          <a:p>
            <a:pPr marL="574675" indent="-2730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State encoding</a:t>
            </a:r>
          </a:p>
          <a:p>
            <a:pPr marL="574675" indent="-2730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FSM Partitioning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Operand Isolation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Precomputation</a:t>
            </a:r>
            <a:endParaRPr lang="en-US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Use of number systems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Architecture level optimizations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Logic Styles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FSM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781175"/>
            <a:ext cx="417195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1"/>
          <a:stretch/>
        </p:blipFill>
        <p:spPr bwMode="auto">
          <a:xfrm>
            <a:off x="4953000" y="4953000"/>
            <a:ext cx="3591791" cy="140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"/>
          <a:stretch/>
        </p:blipFill>
        <p:spPr bwMode="auto">
          <a:xfrm>
            <a:off x="990600" y="1752600"/>
            <a:ext cx="2833256" cy="3031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6745" y="5334000"/>
            <a:ext cx="2833256" cy="655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Inputs (PI) and outputs (NS) are applied in each cycle</a:t>
            </a: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FSM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"/>
          <a:stretch/>
        </p:blipFill>
        <p:spPr bwMode="auto">
          <a:xfrm>
            <a:off x="976745" y="1752600"/>
            <a:ext cx="2833256" cy="3031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6745" y="5334000"/>
            <a:ext cx="2833256" cy="655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3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Inputs (PI) and outputs (NS) are applied in each cycle</a:t>
            </a: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148013" cy="4445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34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Gated FSM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r>
              <a:rPr lang="en-US" dirty="0" smtClean="0"/>
              <a:t>There are conditions when the next state and output values do not change (idle condition)</a:t>
            </a:r>
          </a:p>
          <a:p>
            <a:endParaRPr lang="en-US" dirty="0" smtClean="0"/>
          </a:p>
          <a:p>
            <a:r>
              <a:rPr lang="en-US" dirty="0" smtClean="0"/>
              <a:t>Clocking the circuit during idle condition leads to unnecessary wastage of power.</a:t>
            </a:r>
          </a:p>
          <a:p>
            <a:endParaRPr lang="en-US" dirty="0" smtClean="0"/>
          </a:p>
          <a:p>
            <a:r>
              <a:rPr lang="en-US" dirty="0" smtClean="0"/>
              <a:t>The clock can be stopped, if idle condition can be detected.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saves power both in combinational circuit as well as the registers/latches.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Gated FSM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49137"/>
            <a:ext cx="6352309" cy="4001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06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Gated FSM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85800" y="1447800"/>
            <a:ext cx="7369175" cy="5105400"/>
            <a:chOff x="685800" y="1447800"/>
            <a:chExt cx="7369175" cy="51054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447800"/>
              <a:ext cx="7216775" cy="5067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Oval 2"/>
            <p:cNvSpPr/>
            <p:nvPr/>
          </p:nvSpPr>
          <p:spPr>
            <a:xfrm>
              <a:off x="685800" y="5791200"/>
              <a:ext cx="685799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CLK</a:t>
              </a:r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8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Gated FSM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48"/>
          <a:stretch/>
        </p:blipFill>
        <p:spPr bwMode="auto">
          <a:xfrm>
            <a:off x="838200" y="1447800"/>
            <a:ext cx="7216775" cy="2708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156364"/>
            <a:ext cx="7772400" cy="253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295400" y="4737556"/>
            <a:ext cx="533400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25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245"/>
            <a:ext cx="7772400" cy="2983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484488"/>
            <a:ext cx="5486400" cy="2799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89" y="2034392"/>
            <a:ext cx="6942422" cy="3398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Gated FSM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FSM Partitioning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990600"/>
            <a:ext cx="76485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24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26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981200"/>
            <a:ext cx="8205787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Operand Isolation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94456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Precomputation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1532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552861"/>
            <a:ext cx="7772400" cy="436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Precomputation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28264"/>
            <a:ext cx="7772400" cy="361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Glitch Power Minimization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8382000" cy="3313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Logic Styles for Low Power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2" y="1219200"/>
            <a:ext cx="84105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19859"/>
            <a:ext cx="7772400" cy="3227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1219200"/>
            <a:ext cx="8462962" cy="405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90600"/>
            <a:ext cx="8458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8600"/>
            <a:ext cx="7391399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228600"/>
            <a:ext cx="85344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609600"/>
            <a:ext cx="5306137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8458200" cy="3493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382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85800"/>
            <a:ext cx="84582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8154357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57200"/>
            <a:ext cx="84582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4582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609600"/>
            <a:ext cx="8160186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838200"/>
            <a:ext cx="7391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Pal, “Low power VLSI Circuits and Systems” Springer, 2015.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462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40929</TotalTime>
  <Words>172</Words>
  <Application>Microsoft Office PowerPoint</Application>
  <PresentationFormat>On-screen Show (4:3)</PresentationFormat>
  <Paragraphs>42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Low Power System Design (PVL 207)</vt:lpstr>
      <vt:lpstr>Minimizing switched capacitance</vt:lpstr>
      <vt:lpstr>FSM</vt:lpstr>
      <vt:lpstr>FSM</vt:lpstr>
      <vt:lpstr>Clock Gated FSM</vt:lpstr>
      <vt:lpstr>Clock Gated FSM</vt:lpstr>
      <vt:lpstr>Clock Gated FSM</vt:lpstr>
      <vt:lpstr>Clock Gated FSM</vt:lpstr>
      <vt:lpstr>PowerPoint Presentation</vt:lpstr>
      <vt:lpstr>Clock Gated FSM</vt:lpstr>
      <vt:lpstr>FSM Partitioning</vt:lpstr>
      <vt:lpstr>PowerPoint Presentation</vt:lpstr>
      <vt:lpstr>PowerPoint Presentation</vt:lpstr>
      <vt:lpstr>Operand Isolation</vt:lpstr>
      <vt:lpstr>Precomputation</vt:lpstr>
      <vt:lpstr>PowerPoint Presentation</vt:lpstr>
      <vt:lpstr>Precomputation</vt:lpstr>
      <vt:lpstr>Glitch Power Minimization</vt:lpstr>
      <vt:lpstr>Logic Styles for Low 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Power System Design (PVL 207)</dc:title>
  <dc:creator>Shireesh</dc:creator>
  <cp:lastModifiedBy>Lenovo</cp:lastModifiedBy>
  <cp:revision>81</cp:revision>
  <dcterms:created xsi:type="dcterms:W3CDTF">2006-08-16T00:00:00Z</dcterms:created>
  <dcterms:modified xsi:type="dcterms:W3CDTF">2026-04-16T03:53:51Z</dcterms:modified>
</cp:coreProperties>
</file>